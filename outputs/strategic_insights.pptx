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roxima Nov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A10E2A-7C98-4AEC-AA82-5E535072B8C8}">
  <a:tblStyle styleId="{79A10E2A-7C98-4AEC-AA82-5E535072B8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c99bfdf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c99bfdf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e291fcb4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e291fcb4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e291fcb4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e291fcb4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8b352898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8b352898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8b352898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8b352898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8b352898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8b352898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8b3528986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8b352898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b352898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8b352898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8b352898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8b352898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8b352898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8b352898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b3528986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8b3528986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8b352898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8b352898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8b3528986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8b3528986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e291fcb4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e291fcb4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8b3528986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8b352898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bd0847b2b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bd0847b2b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bd0847b2b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bd0847b2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anudeepsuraneni/bellabeat/blob/main/bellabeat_wellness_analysis.ipynb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Bellabeat Strategic Insights</a:t>
            </a:r>
            <a:endParaRPr i="1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25"/>
            <a:ext cx="8123100" cy="11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Executive Summary &amp; Recommendations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</a:t>
            </a:r>
            <a:r>
              <a:rPr lang="en"/>
              <a:t>by: </a:t>
            </a:r>
            <a:r>
              <a:rPr lang="en"/>
              <a:t>Anudeep Suraneni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r>
              <a:rPr lang="en"/>
              <a:t>: February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Executive Overview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Findings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Strategic Recommendations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Impact Summary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Supporting Materials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Overview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Opportunity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Bellabeat can differentiate itself in the crowded wellness tech market by addressing gaps competitors overlook: </a:t>
            </a:r>
            <a:r>
              <a:rPr b="1" lang="en"/>
              <a:t>holistic health tracking beyond simple step counting</a:t>
            </a:r>
            <a:r>
              <a:rPr lang="en"/>
              <a:t> and </a:t>
            </a:r>
            <a:r>
              <a:rPr b="1" lang="en"/>
              <a:t>sleep quality optimization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Our analysis of 30 FitBit users over 31 days reveals three critical insights that can shape Bellabeat's marketing strategy and product roadmap.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Finding #1: The Sedentary Paradox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Users are sedentary 16.5 hours daily—even those hitting 10,000 steps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count alone doesn't capture complete health picture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Active users still spend majority of day sitting/inactive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Market Implication:</a:t>
            </a:r>
            <a:r>
              <a:rPr lang="en"/>
              <a:t> Position Bellabeat as "whole-day wellness" tracker vs. "step counter"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Finding #2: Three Distinct User Segments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Behavior clusters into clear activity patterns requiring different engagement strategies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401050" y="250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{79A10E2A-7C98-4AEC-AA82-5E535072B8C8}</a:tableStyleId>
              </a:tblPr>
              <a:tblGrid>
                <a:gridCol w="1867200"/>
                <a:gridCol w="1576425"/>
                <a:gridCol w="1436075"/>
                <a:gridCol w="3551600"/>
              </a:tblGrid>
              <a:tr h="53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Segment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/>
                        <a:t>Daily Steps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/>
                        <a:t>% of Users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/>
                        <a:t>Primary Need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/>
                        <a:t>Highly Active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/>
                        <a:t>10,000+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/>
                        <a:t>~33%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/>
                        <a:t>Advanced analytics, performance tracking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/>
                        <a:t>Moderately Active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/>
                        <a:t>5,000-10,000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/>
                        <a:t>~33%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/>
                        <a:t>Progress tracking, milestone rewards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/>
                        <a:t>Low Activity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/>
                        <a:t>&lt;5,000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/>
                        <a:t>~33%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/>
                        <a:t>Gentle motivation, micro-goals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Finding #3: Sleep Efficiency Gap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Users average 7 hours in bed but lose 30+ minutes to poor sleep quality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Sleep duration is acceptable, but </a:t>
            </a:r>
            <a:r>
              <a:rPr b="1" lang="en"/>
              <a:t>efficiency</a:t>
            </a:r>
            <a:r>
              <a:rPr lang="en"/>
              <a:t> needs improvement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could feel more rested with same time investment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Market Implication:</a:t>
            </a:r>
            <a:r>
              <a:rPr lang="en"/>
              <a:t> Differentiate on sleep quality metrics, not just duration tracking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Recommendations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Recommendation 1: "Beyond Steps" Marketing Campaign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Position Bellabeat as holistic health platform, not another step tracker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Target Message: </a:t>
            </a:r>
            <a:r>
              <a:rPr lang="en"/>
              <a:t>"</a:t>
            </a:r>
            <a:r>
              <a:rPr i="1" lang="en"/>
              <a:t>Your fitness tracker counts steps. Bellabeat transforms your entire day.</a:t>
            </a:r>
            <a:r>
              <a:rPr lang="en"/>
              <a:t>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Key Differentiators: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Sedentary break alerts that learn your patterns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Full-day activity composition (not just active minutes)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Integration with stress, sleep, and mindfulness metrics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Expected Impact:</a:t>
            </a:r>
            <a:r>
              <a:rPr lang="en"/>
              <a:t> 25-40% higher conversion among users dissatisfied with step-only trackers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Recommendations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Recommendation 2: Personalized Onboarding Experience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Customize first-week experience based on activity assessment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Implementation: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Day 1:</a:t>
            </a:r>
            <a:r>
              <a:rPr lang="en"/>
              <a:t> Quick activity assessment (track 24 hours, categorize user)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Day 2-7:</a:t>
            </a:r>
            <a:r>
              <a:rPr lang="en"/>
              <a:t> Segment-specific content and goal suggestions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linkClick/>
              </a:rPr>
              <a:t>Segment Strategies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Expected Impact:</a:t>
            </a:r>
            <a:r>
              <a:rPr lang="en"/>
              <a:t> 30-50% improvement in 30-day retention rates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 Strategies</a:t>
            </a:r>
            <a:endParaRPr/>
          </a:p>
        </p:txBody>
      </p:sp>
      <p:graphicFrame>
        <p:nvGraphicFramePr>
          <p:cNvPr id="109" name="Google Shape;109;p21"/>
          <p:cNvGraphicFramePr/>
          <p:nvPr/>
        </p:nvGraphicFramePr>
        <p:xfrm>
          <a:off x="311700" y="1484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{79A10E2A-7C98-4AEC-AA82-5E535072B8C8}</a:tableStyleId>
              </a:tblPr>
              <a:tblGrid>
                <a:gridCol w="1631800"/>
                <a:gridCol w="2778950"/>
                <a:gridCol w="1725800"/>
                <a:gridCol w="2384050"/>
              </a:tblGrid>
              <a:tr h="54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Segment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Initial Goals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Notifications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Content Focus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Highly Active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Performance trends, competitive challenges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Advanced insights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Optimization tips, training patterns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Moderately Active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Streak tracking, achievable milestones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Progress updates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Success stories, next-level goals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 Activity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Micro-goals (e.g., 3,000 steps)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Gentle reminders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Educational content, small wins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Recommendations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Recommendation 3: </a:t>
            </a:r>
            <a:r>
              <a:rPr b="1" lang="en"/>
              <a:t>"Sleep Smarter" Feature Set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Emphasize sleep efficiency over duration alone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Core Features: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Sleep Score:</a:t>
            </a:r>
            <a:r>
              <a:rPr lang="en"/>
              <a:t> Single metric combining duration + efficiency + consistency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Environment Tracking:</a:t>
            </a:r>
            <a:r>
              <a:rPr lang="en"/>
              <a:t> Temperature, light, noise correlations with sleep quality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Smart Insights:</a:t>
            </a:r>
            <a:r>
              <a:rPr lang="en"/>
              <a:t> "You sleep 15% better when room temp is below 68°F"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Shareable Results:</a:t>
            </a:r>
            <a:r>
              <a:rPr lang="en"/>
              <a:t> Social engagement through anonymous comparisons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Marketing Angle:</a:t>
            </a:r>
            <a:r>
              <a:rPr b="1" lang="en"/>
              <a:t> </a:t>
            </a:r>
            <a:r>
              <a:rPr lang="en"/>
              <a:t>"</a:t>
            </a:r>
            <a:r>
              <a:rPr i="1" lang="en"/>
              <a:t>Don't just track sleep hours. Understand what makes you sleep better.</a:t>
            </a:r>
            <a:r>
              <a:rPr lang="en"/>
              <a:t>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Expected Impact:</a:t>
            </a:r>
            <a:r>
              <a:rPr lang="en"/>
              <a:t> </a:t>
            </a:r>
            <a:r>
              <a:rPr lang="en"/>
              <a:t>Premium feature differentiation, 15-20% increase in app engagement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Recommendations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Q1-Q2 2026: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Sedentary break alert system with ML-based pattern learning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Activity segment classification engine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Sleep efficiency dashboard redesign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Q3-Q4 2026: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Sleep environment monitoring integrations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Personalized insights engine (segment-aware recommendations)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Social features around sleep quality challenges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2027 Roadmap: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Predictive wellness alerts ("Low energy day predicted—suggest lighter workout?")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Cross-metric insights ("Your sleep efficiency drops 20% on days with &lt;5,000 steps")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Impact Summary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Revenue Opportunities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Premium Tier Justification:</a:t>
            </a:r>
            <a:r>
              <a:rPr lang="en"/>
              <a:t> Sleep efficiency features + personalized insights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Partner Integrations:</a:t>
            </a:r>
            <a:r>
              <a:rPr lang="en"/>
              <a:t> Environment sensors (Nest, Hue, WHOOP)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B2B Wellness Programs:</a:t>
            </a:r>
            <a:r>
              <a:rPr lang="en"/>
              <a:t> Segment-based corporate wellness packages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Competitive Advantage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vs. FitBit:</a:t>
            </a:r>
            <a:r>
              <a:rPr lang="en"/>
              <a:t> Holistic wellness vs. activity-only focus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vs. Apple Watch:</a:t>
            </a:r>
            <a:r>
              <a:rPr lang="en"/>
              <a:t> Women-focused design + reproductive health integration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vs. Oura Ring:</a:t>
            </a:r>
            <a:r>
              <a:rPr lang="en"/>
              <a:t> Daytime activity context + sleep optimization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Risk Mitigation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Diversified user engagement (not dependent on step goals alone)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Retention through personalized experiences (harder to switch platforms)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network effects (more usage = better insights = higher value)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 Metrics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3-Month KPIs: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User segment classification accuracy &gt;85%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Engagement lift in personalized onboarding cohort: +30%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Sleep feature interaction rate: &gt;40% of active users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6-Month KPIs: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"Beyond Steps" campaign conversion rate: +25% vs. control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Premium tier conversion driven by sleep features: +15%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30-day retention improvement: +35%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12-Month North Star: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Position Bellabeat as </a:t>
            </a:r>
            <a:r>
              <a:rPr b="1" lang="en"/>
              <a:t>#1 holistic wellness platform for women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Achieve 4.5+ app store rating with reviews citing "personalized insights"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2x increase in organic word-of-mouth acquisition (measured via referral codes)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Immediate Actions (Week 1-2)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Survey existing Bellabeat users to validate segment distribution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Conduct competitive feature analysis on sleep tracking implementations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Design mockups for personalized onboarding flow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Short-Term Actions (Month 1-3)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A/B test "Beyond Steps" messaging in ad campaigns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Develop MVP of activity segment classification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Build sleep efficiency dashboard prototype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Medium-Term Actions (Month 4-6)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Beta test personalized onboarding with 1,000 new users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Partner exploration with environment sensor manufacturers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Develop content library for segment-specific engagement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Supporting Materials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Full Analysis Notebook</a:t>
            </a:r>
            <a:r>
              <a:rPr lang="en"/>
              <a:t> — Complete data exploration and statistical analysis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smart device market is saturated with </a:t>
            </a:r>
            <a:r>
              <a:rPr b="1" lang="en"/>
              <a:t>activity trackers</a:t>
            </a:r>
            <a:r>
              <a:rPr lang="en"/>
              <a:t>. Bellabeat has the opportunity to lead the </a:t>
            </a:r>
            <a:r>
              <a:rPr b="1" lang="en"/>
              <a:t>wellness transformation</a:t>
            </a:r>
            <a:r>
              <a:rPr lang="en"/>
              <a:t> category by: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Marketing holistic health (not just steps)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Personalizing experiences by user segment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Differentiating on sleep quality insights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Building data advantages through cross-metric intelligence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The data is clear: users need more than step counting. Bellabeat can deliver it.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for Questions &amp; Thoughts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